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80A91-BABB-9DD0-2483-819B4A068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AE50B5-7E83-6D30-03A4-BF17F86AF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0A78F-53D6-DB52-38BA-F29FE3E8B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922E3-4CF6-4916-A782-EE5F4430D7C9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F3A9E-47B4-D255-DC84-0A2EB126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B377D-F129-B133-7F3A-DDFF0D05F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713A8-7757-469B-9E6B-70C5375161C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2374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E9F72-AF4C-B138-032E-A98042D6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0B664-476C-1816-CD23-3B4C5C7A9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B3AD7-78E3-4CB8-21A3-1FFB23BB2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922E3-4CF6-4916-A782-EE5F4430D7C9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CDE85-4B26-B180-F832-A3CC8E6C0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7B409-E0C0-1960-6912-DCB907337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713A8-7757-469B-9E6B-70C5375161C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575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C737-013A-66E0-A14B-B2F6EBE6B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6622D-259C-720E-A67C-BAC7183E9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3DCFB-7B0B-6467-5DDF-443EB5E55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922E3-4CF6-4916-A782-EE5F4430D7C9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B4BDB-A203-7B78-F6E7-49CEFC053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C068F-6353-49C3-6067-217FA7D3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713A8-7757-469B-9E6B-70C5375161C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5800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AA94-1D0F-DC81-E742-57D0BCE64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5740B-D49B-A50C-2FFB-243E0B4B5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CA38C-1677-49D0-859C-38A9215C5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04A66-FBB3-2A3B-EB33-33FB36F75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922E3-4CF6-4916-A782-EE5F4430D7C9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C9C55-E1C7-83D1-CB9B-EEC31069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4F9A5-DA5C-8FA8-58EF-CE25A0AB9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713A8-7757-469B-9E6B-70C5375161C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2479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3C000-CD2A-DA42-912B-B83404380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2F9C2-245D-DBA7-B55C-DC1C6F0E8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A277F-76A4-4C94-C23C-B119F2D49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3F310A-BE1E-4180-7BF4-946068C76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31DDE3-B6E1-7704-8A86-23CCB4C509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48A887-3C87-73D1-9618-3B9D1441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922E3-4CF6-4916-A782-EE5F4430D7C9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643E9-C5AB-FB43-261C-FEA99E785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057FA-881D-40FF-D5DE-4CCCA5521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713A8-7757-469B-9E6B-70C5375161C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0024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E554-27BA-F6ED-39E9-7C3EB9BA6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0C3C65-0D61-D3AD-B005-F87A8D9F1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922E3-4CF6-4916-A782-EE5F4430D7C9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B6049A-6FF7-5AC8-3DAA-5B876F933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40888E-731F-D1E6-F2AE-B2CC4CB80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713A8-7757-469B-9E6B-70C5375161C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1320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2DE48-C104-72DC-99B2-8FE77EEBE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922E3-4CF6-4916-A782-EE5F4430D7C9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96864-196D-320E-0133-74A79E875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A6452-D503-A99E-153A-71C94D47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713A8-7757-469B-9E6B-70C5375161C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99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58D04-3159-BF0F-1110-69C6B1B0F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A81F9-AD4F-25A2-030E-FE3C6CB37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92D01-FE44-E936-71B9-24A3C4DFA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3205-0262-FEEA-D237-1B2CDA2BB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922E3-4CF6-4916-A782-EE5F4430D7C9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1CC54-A05D-F160-863C-C67629F1F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B79E8-CFA1-68B1-476A-4ABF2A554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713A8-7757-469B-9E6B-70C5375161C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2075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2E612-F20C-CEFF-A14E-CA515EB00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C60E25-CCDD-DEF7-73F5-7DC6E55E5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4229B-F9A3-5568-7DD9-026CE3236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67830-F66D-4FAE-3603-7BF81AC7B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922E3-4CF6-4916-A782-EE5F4430D7C9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3873C-18A9-BF8C-AE05-A389F8958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B89D0-0FE1-1931-8EC9-0DCF5181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713A8-7757-469B-9E6B-70C5375161C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202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FA620-EC8F-D713-046E-FE1E24A91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5A23C-A78E-E445-8786-56CC2F2E7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EE3BC-2C4A-A966-8EF0-6AE6342C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922E3-4CF6-4916-A782-EE5F4430D7C9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2A993-7002-812B-CD32-AE28689B1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1610F-A941-7FDC-989A-8F973B59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713A8-7757-469B-9E6B-70C5375161C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595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3F1FE9-1F8E-324B-DA47-8B9A3F0F97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C492A7-E5E8-4B14-26F8-9DA94663D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FDD99-649E-EC1A-0443-EADA60BFD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922E3-4CF6-4916-A782-EE5F4430D7C9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F22FB-856E-3286-9807-35079E909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08BBE-1FA5-2D89-2BA0-5300436A5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713A8-7757-469B-9E6B-70C5375161C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286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C90F3-3841-81BF-7019-F82DE6376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E0422-85EF-AFEC-FEA9-309F1974B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569DF-8E18-7DF1-3FA6-7D9429EB9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922E3-4CF6-4916-A782-EE5F4430D7C9}" type="datetimeFigureOut">
              <a:rPr lang="de-DE" smtClean="0"/>
              <a:t>15.05.2025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62FA8-1AC2-D89F-C395-81BF4D95C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0ACF3-B65B-F382-24D7-786CA783B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A713A8-7757-469B-9E6B-70C5375161C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820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108254-C405-9BFB-9BF4-4A108F323582}"/>
              </a:ext>
            </a:extLst>
          </p:cNvPr>
          <p:cNvSpPr/>
          <p:nvPr/>
        </p:nvSpPr>
        <p:spPr>
          <a:xfrm>
            <a:off x="4891087" y="2195512"/>
            <a:ext cx="2409825" cy="2466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194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Voss</dc:creator>
  <cp:lastModifiedBy>Christian Voss</cp:lastModifiedBy>
  <cp:revision>5</cp:revision>
  <dcterms:created xsi:type="dcterms:W3CDTF">2025-05-15T07:55:41Z</dcterms:created>
  <dcterms:modified xsi:type="dcterms:W3CDTF">2025-05-16T06:29:12Z</dcterms:modified>
</cp:coreProperties>
</file>
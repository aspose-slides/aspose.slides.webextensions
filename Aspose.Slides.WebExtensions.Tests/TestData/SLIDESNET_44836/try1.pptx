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6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8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15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70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5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2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7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2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8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5617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80435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78403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25259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246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4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9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EAA74-3114-4725-7E67-EC7ED845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/>
              <a:t>iiiiiiiiiiiiiiiiiiiiii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9376A0-1680-3294-DFCE-3368DB15C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E897-E6C4-B04A-7833-1E44B3B8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kiopjoi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7306F5-0642-D44D-4DEF-F955C4B0D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>
            <a:normAutofit/>
          </a:bodyPr>
          <a:lstStyle/>
          <a:p>
            <a:r>
              <a:rPr lang="en-US" dirty="0" err="1"/>
              <a:t>Iiiiiiiiiiiiiiiiii</a:t>
            </a:r>
            <a:endParaRPr lang="en-US" dirty="0"/>
          </a:p>
          <a:p>
            <a:r>
              <a:rPr lang="en-US" dirty="0" err="1"/>
              <a:t>Uuuu</a:t>
            </a:r>
            <a:endParaRPr lang="en-US" dirty="0"/>
          </a:p>
          <a:p>
            <a:r>
              <a:rPr lang="en-US" dirty="0"/>
              <a:t>P </a:t>
            </a:r>
            <a:r>
              <a:rPr lang="en-US" dirty="0" err="1"/>
              <a:t>p</a:t>
            </a:r>
            <a:r>
              <a:rPr lang="en-US" dirty="0"/>
              <a:t> kop </a:t>
            </a:r>
          </a:p>
          <a:p>
            <a:r>
              <a:rPr lang="en-US" dirty="0"/>
              <a:t>K </a:t>
            </a:r>
            <a:r>
              <a:rPr lang="en-US" dirty="0" err="1"/>
              <a:t>ohogmnilbkpxf</a:t>
            </a:r>
            <a:r>
              <a:rPr lang="en-US" dirty="0"/>
              <a:t>,;</a:t>
            </a:r>
          </a:p>
        </p:txBody>
      </p:sp>
    </p:spTree>
    <p:extLst>
      <p:ext uri="{BB962C8B-B14F-4D97-AF65-F5344CB8AC3E}">
        <p14:creationId xmlns:p14="http://schemas.microsoft.com/office/powerpoint/2010/main" val="35478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03369A-D14A-0A3D-8C81-F7874D20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282701"/>
            <a:ext cx="5096060" cy="4307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k.pjio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944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iiiiiiiiiiiiiiiiiiiiii</vt:lpstr>
      <vt:lpstr>kiopjoi</vt:lpstr>
      <vt:lpstr>k.pjio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Shira Axelrad</dc:creator>
  <cp:lastModifiedBy>Shira Axelrad</cp:lastModifiedBy>
  <cp:revision>5</cp:revision>
  <dcterms:created xsi:type="dcterms:W3CDTF">2025-01-28T10:13:04Z</dcterms:created>
  <dcterms:modified xsi:type="dcterms:W3CDTF">2025-01-28T18:59:26Z</dcterms:modified>
</cp:coreProperties>
</file>
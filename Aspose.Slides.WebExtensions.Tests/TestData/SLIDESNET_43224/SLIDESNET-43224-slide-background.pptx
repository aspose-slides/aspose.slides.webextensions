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15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48B5F43-FFB4-49AE-89EA-E0DDE5640A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A98F353-DB16-49FD-91DF-A07D00376EF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6EC7304-62E6-47BE-B820-0BED18AF1F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D7AE333-9996-4292-923B-A1AE7285153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E975632-6BD2-4611-BB20-39669EFE197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408E029-63FC-4814-AA4E-5865C030EAD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AA7B9F0-67FC-43CF-B0F6-7F5BD1A3B45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67C5434-9EB2-4633-80C7-4EA1E0E1FBD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ABA2343-4057-4675-9192-A01F9FADC6A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D389CAD-C534-4E46-8A0C-359F8DC52A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253CD6-26AB-44D7-97A0-6F8CDDE0B58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4479841" y="3051623"/>
            <a:ext cx="184730" cy="75469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endParaRPr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6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Mosyagin</cp:lastModifiedBy>
  <cp:revision>2</cp:revision>
  <cp:lastPrinted>2026-06-24T07:21:06Z</cp:lastPrinted>
  <dcterms:created xsi:type="dcterms:W3CDTF">2026-06-24T04:21:06Z</dcterms:created>
  <dcterms:modified xsi:type="dcterms:W3CDTF">2026-06-24T04:36:33Z</dcterms:modified>
</cp:coreProperties>
</file>
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15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8B41A3A-9888-4595-8980-107F6912A8D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3A1B8A9-25C3-40E3-8F69-64D7447B872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70EE48-CBA1-4F22-9718-2AA30579910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6C154D1-066D-488B-BCBA-E5B6BA89801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D675249-5D2D-43E6-A8F6-38AFAE2AF5E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7469BD93-5205-451F-B02B-F4E40A319DB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13D683F-828D-47ED-BFF7-CCFDE747DBA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EC65FBB-8028-4FF8-9A3B-EE98E7324A6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70CB9DA-3BF8-4CAF-8F16-1B987E81633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C01CE3F-A009-48F8-8D32-45A8CD7249A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E763DE-B66A-488F-9312-72F2F7C9FD5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4479841" y="3051623"/>
            <a:ext cx="184730" cy="75469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endParaRPr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6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Mosyagin</cp:lastModifiedBy>
  <cp:revision>2</cp:revision>
  <cp:lastPrinted>2026-06-24T07:21:06Z</cp:lastPrinted>
  <dcterms:created xsi:type="dcterms:W3CDTF">2026-06-24T04:21:06Z</dcterms:created>
  <dcterms:modified xsi:type="dcterms:W3CDTF">2026-06-24T04:35:56Z</dcterms:modified>
</cp:coreProperties>
</file>
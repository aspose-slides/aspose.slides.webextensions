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/>
    <p:restoredTop sz="0"/>
  </p:normalViewPr>
  <p:slideViewPr>
    <p:cSldViewPr>
      <p:cViewPr varScale="1">
        <p:scale>
          <a:sx n="113" d="100"/>
          <a:sy n="113" d="100"/>
        </p:scale>
        <p:origin x="64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3B2719D-7BF5-49EC-8B04-43E11D99B9F1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1E0ACA-603B-4B52-A26D-25A9D5B26BE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1B39458-EA19-4E32-AF54-3BAE63E8C2B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299E00EE-7D4E-42F6-8C3C-23BDF5CE3FF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7639C33C-DCF3-4E7D-8364-DB163AD53DEE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6078C6CF-715F-4B56-B27F-40EC23E3DC29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5CEF346D-BCA9-42F5-92C4-11B7CE4DD221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4AFD4961-A2D0-4A35-8FE2-2CE5185DCE3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6174A5B-357E-4A3B-A8C9-77C916814497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3BDF770-CBE6-4006-A86C-1E56E385A629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1C6A108-FA6C-4FFB-BE6D-93F511CECDE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254000" y="254000"/>
            <a:ext cx="5080000" cy="2857500"/>
            <a:chOff x="-381000" y="-381000"/>
            <a:chExt cx="5080000" cy="2857500"/>
          </a:xfrm>
        </p:grpSpPr>
        <p:grpSp>
          <p:nvGrpSpPr>
            <p:cNvPr id="3" name="Группа 2"/>
            <p:cNvGrpSpPr/>
            <p:nvPr/>
          </p:nvGrpSpPr>
          <p:grpSpPr>
            <a:xfrm>
              <a:off x="-381000" y="-381000"/>
              <a:ext cx="5080000" cy="2857500"/>
              <a:chOff x="-381000" y="-381000"/>
              <a:chExt cx="5080000" cy="2857500"/>
            </a:xfrm>
          </p:grpSpPr>
          <p:pic>
            <p:nvPicPr>
              <p:cNvPr id="4" name="New picture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381000" y="-381000"/>
                <a:ext cx="5080000" cy="285750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10.0.6"/>
  <p:tag name="AS_OS" val="Microsoft Windows NT 10.0.26200.0"/>
  <p:tag name="AS_RELEASE_DATE" val="2026.06.14"/>
  <p:tag name="AS_TITLE" val="Aspose.Slides for .NET6"/>
  <p:tag name="AS_VERSION" val="26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Alexander Mosyagin</cp:lastModifiedBy>
  <cp:revision>2</cp:revision>
  <cp:lastPrinted>2026-06-24T07:21:06Z</cp:lastPrinted>
  <dcterms:created xsi:type="dcterms:W3CDTF">2026-06-24T04:21:06Z</dcterms:created>
  <dcterms:modified xsi:type="dcterms:W3CDTF">2026-06-24T04:35:42Z</dcterms:modified>
</cp:coreProperties>
</file>
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113" d="100"/>
          <a:sy n="113" d="100"/>
        </p:scale>
        <p:origin x="153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58EC3CC-978C-4150-8954-EC1606A56D31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E4D8953-A6DF-4FAE-AEE3-5B6AC887559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CCAA997-AD7F-4FF5-A554-B3963C00B166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79F0B75-A937-42FD-BC34-D962E908E9B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A99091CA-50FE-4BF3-A0EC-3A5F57BEAAB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8D9A0593-0111-4AC4-B20E-5EA4C20AD5A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06751CE1-4E82-4A14-ABF0-177C01C6AFD1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F90E3DB-BF7D-4680-85FC-51A6F16C4EF7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4833999-E773-4DBD-944E-4A72392CF5F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303A8B3-111D-4920-97D5-1C0647891CE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0005430-5BF0-45C1-B791-6EC0027C11D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254000" y="254000"/>
            <a:ext cx="5080000" cy="2857500"/>
          </a:xfrm>
          <a:prstGeom prst="rect">
            <a:avLst/>
          </a:prstGeom>
        </p:spPr>
      </p:pic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4479841" y="3051623"/>
            <a:ext cx="184730" cy="75469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endParaRPr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10.0.6"/>
  <p:tag name="AS_OS" val="Microsoft Windows NT 10.0.26200.0"/>
  <p:tag name="AS_RELEASE_DATE" val="2026.06.14"/>
  <p:tag name="AS_TITLE" val="Aspose.Slides for .NET6"/>
  <p:tag name="AS_VERSION" val="26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Mosyagin</cp:lastModifiedBy>
  <cp:revision>2</cp:revision>
  <cp:lastPrinted>2026-06-24T07:21:05Z</cp:lastPrinted>
  <dcterms:created xsi:type="dcterms:W3CDTF">2026-06-24T04:21:05Z</dcterms:created>
  <dcterms:modified xsi:type="dcterms:W3CDTF">2026-06-24T04:36:12Z</dcterms:modified>
</cp:coreProperties>
</file>
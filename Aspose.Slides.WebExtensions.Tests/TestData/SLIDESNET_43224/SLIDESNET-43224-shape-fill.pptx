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B83D4D7-A889-4CD1-A504-FBB2BB7C683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5BE7A68-21AD-4691-97F8-5AE4A304DC3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BC9FD28-6C9F-404C-B99F-BE191DF785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86FB132-6EF6-4997-B499-865FED38A40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0E59263-D63B-433C-9278-013EF6CE2F2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453AC83-03E4-43DA-B53F-7C5F031FA71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36B9A4C-9F23-4E7C-85F9-A34A7D7A239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0526A6B-5E06-42BD-A16F-98DB847DCA9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622C429-A485-4EEB-B0A5-7D6A01DFDBD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DFA029D-453A-40DC-9EE0-E5643DFCA94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8B27C6-707A-4492-B724-73C3600B18F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254000" y="254000"/>
            <a:ext cx="5080000" cy="2857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2026-06-24T07:21:06Z</cp:lastPrinted>
  <dcterms:created xsi:type="dcterms:W3CDTF">2026-06-24T04:21:06Z</dcterms:created>
  <dcterms:modified xsi:type="dcterms:W3CDTF">2026-06-24T04:36:19Z</dcterms:modified>
</cp:coreProperties>
</file>
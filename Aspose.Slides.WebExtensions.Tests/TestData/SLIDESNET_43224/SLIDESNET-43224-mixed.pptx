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00"/>
    <p:restoredTop sz="0"/>
  </p:normalViewPr>
  <p:slideViewPr>
    <p:cSldViewPr>
      <p:cViewPr varScale="1">
        <p:scale>
          <a:sx n="113" d="100"/>
          <a:sy n="113" d="100"/>
        </p:scale>
        <p:origin x="1536" y="11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tags" Target="tags/tag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3CFA07F8-0342-49B3-BDC3-38FF403F6B1D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48222712-5455-456F-97DC-9604942E991B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2F8F4400-DA02-403A-9094-E338E102D8A9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3"/>
          </p:nvPr>
        </p:nvSpPr>
        <p:spPr/>
        <p:txBody>
          <a:bodyPr/>
          <a:lstStyle/>
          <a:p>
            <a:fld id="{1B11FC27-0B1E-4CEC-B4CD-A10CF668192E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/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/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5"/>
          </p:nvPr>
        </p:nvSpPr>
        <p:spPr/>
        <p:txBody>
          <a:bodyPr/>
          <a:lstStyle/>
          <a:p>
            <a:fld id="{42E08FA6-73DF-415D-B8F7-55A4D7EC2345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/>
        <p:txBody>
          <a:bodyPr/>
          <a:lstStyle/>
          <a:p>
            <a:fld id="{2B200011-A812-4AA4-A68F-3CEF8F009496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/>
          </p:nvPr>
        </p:nvSpPr>
        <p:spPr/>
        <p:txBody>
          <a:bodyPr/>
          <a:lstStyle/>
          <a:p>
            <a:fld id="{E7F74566-83B2-4A8C-BA3A-8A3373D4DC99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3"/>
          </p:nvPr>
        </p:nvSpPr>
        <p:spPr/>
        <p:txBody>
          <a:bodyPr/>
          <a:lstStyle/>
          <a:p>
            <a:fld id="{CC25C444-CB8D-4E06-AE14-91FEE35003EB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/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3"/>
          </p:nvPr>
        </p:nvSpPr>
        <p:spPr/>
        <p:txBody>
          <a:bodyPr/>
          <a:lstStyle/>
          <a:p>
            <a:fld id="{150FFB94-AD9C-42A8-966C-B749C785552B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EA7787B1-1825-49A1-BA68-380C9C306EB7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8838A903-8A5E-4407-8A5D-AD78BC969077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FD0B7A-F5DD-4F40-B4CB-3B2C354B893A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New picture"/>
          <p:cNvPicPr/>
          <p:nvPr/>
        </p:nvPicPr>
        <p:blipFill>
          <a:blip r:embed="rId2"/>
          <a:stretch>
            <a:fillRect/>
          </a:stretch>
        </p:blipFill>
        <p:spPr>
          <a:xfrm>
            <a:off x="254000" y="254000"/>
            <a:ext cx="2794000" cy="1574800"/>
          </a:xfrm>
          <a:prstGeom prst="rect">
            <a:avLst/>
          </a:prstGeom>
        </p:spPr>
      </p:pic>
      <p:grpSp>
        <p:nvGrpSpPr>
          <p:cNvPr id="3" name="Группа 2"/>
          <p:cNvGrpSpPr/>
          <p:nvPr/>
        </p:nvGrpSpPr>
        <p:grpSpPr>
          <a:xfrm>
            <a:off x="3429000" y="254000"/>
            <a:ext cx="2794000" cy="1574800"/>
            <a:chOff x="2794000" y="-381000"/>
            <a:chExt cx="2794000" cy="1574800"/>
          </a:xfrm>
        </p:grpSpPr>
        <p:pic>
          <p:nvPicPr>
            <p:cNvPr id="4" name="New picture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2794000" y="-381000"/>
              <a:ext cx="2794000" cy="1574800"/>
            </a:xfrm>
            <a:prstGeom prst="rect">
              <a:avLst/>
            </a:prstGeom>
          </p:spPr>
        </p:pic>
      </p:grpSp>
      <p:sp>
        <p:nvSpPr>
          <p:cNvPr id="5" name="TextBox"/>
          <p:cNvSpPr txBox="1">
            <a:spLocks noGrp="1" noSelect="1" noRot="1" noMove="1"/>
          </p:cNvSpPr>
          <p:nvPr/>
        </p:nvSpPr>
        <p:spPr>
          <a:xfrm>
            <a:off x="4479841" y="3051623"/>
            <a:ext cx="184730" cy="754694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>
            <a:lvl1pPr algn="l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lang="en-US" sz="3200" b="1" noProof="1" dirty="0">
                <a:solidFill>
                  <a:prstClr val="red">
                    <a:lumOff val="30000"/>
                    <a:alpha val="40000"/>
                  </a:prstClr>
                </a:solidFill>
                <a:effectLst>
                  <a:outerShdw blurRad="50800" dist="38100" algn="tr" rotWithShape="0">
                    <a:prstClr val="black">
                      <a:alpha val="80000"/>
                    </a:prstClr>
                  </a:outerShdw>
                </a:effectLst>
                <a:latin typeface="Calibri" pitchFamily="34" charset="0"/>
              </a:defRPr>
            </a:lvl1pPr>
          </a:lstStyle>
          <a:p>
            <a:pPr algn="ctr"/>
            <a:endParaRPr dirty="0"/>
          </a:p>
        </p:txBody>
      </p:sp>
    </p:spTree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NET" val="10.0.6"/>
  <p:tag name="AS_OS" val="Microsoft Windows NT 10.0.26200.0"/>
  <p:tag name="AS_RELEASE_DATE" val="2026.06.14"/>
  <p:tag name="AS_TITLE" val="Aspose.Slides for .NET6"/>
  <p:tag name="AS_VERSION" val="26.6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  <a:font script="Jpan" typeface="ＭＳ%20Ｐゴシック"/>
        <a:font script="Hang" typeface="맑은%20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%20Ｐゴシック"/>
        <a:font script="Hang" typeface="맑은%20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Экран (4:3)</PresentationFormat>
  <Paragraphs>0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Alexander Mosyagin</cp:lastModifiedBy>
  <cp:revision>2</cp:revision>
  <cp:lastPrinted>2026-06-24T07:39:12Z</cp:lastPrinted>
  <dcterms:created xsi:type="dcterms:W3CDTF">2026-06-24T04:39:12Z</dcterms:created>
  <dcterms:modified xsi:type="dcterms:W3CDTF">2026-06-24T04:42:27Z</dcterms:modified>
</cp:coreProperties>
</file>